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E8F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PLANNING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프로젝트  |  멋쟁이사자처럼 백엔드 스쿨 26기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7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주문 웹앱을 처음부터 끝까지 직접 설계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탐색 → 옵션 커스터마이징 → 장바구니 → 주문 → 마이페이지까지 실제 서비스 흐름을 바닐라 HTML/CSS/JS로 구현</a:t>
            </a:r>
            <a:endParaRPr lang="en-US" sz="17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7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디자인: 웜 뉴트럴 부티크 컨셉으로 전체 리디자인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부트캠프 템플릿 느낌을 벗어나기 위해 유럽풍 카페 감성의 색/폰트/이미지를 AI와 함께 다듬음</a:t>
            </a:r>
            <a:endParaRPr lang="en-US" sz="17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7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기능: 나만의 레시피 저장 + 원클릭 재주문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마시는 커스텀 옵션 조합(ex. 아이스+라지+두유)에 이름을 붙여 저장하고, 상세 페이지에서 바로 불러와 재주문 — 다른 팀에 없는 기능으로 설계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0" y="1828800"/>
            <a:ext cx="2926080" cy="4389120"/>
          </a:xfrm>
          <a:prstGeom prst="roundRect">
            <a:avLst>
              <a:gd name="adj" fmla="val 3750"/>
            </a:avLst>
          </a:prstGeom>
          <a:solidFill>
            <a:srgbClr val="4A3B32"/>
          </a:solidFill>
          <a:ln/>
        </p:spPr>
      </p:sp>
      <p:sp>
        <p:nvSpPr>
          <p:cNvPr id="9" name="Text 7"/>
          <p:cNvSpPr/>
          <p:nvPr/>
        </p:nvSpPr>
        <p:spPr>
          <a:xfrm>
            <a:off x="891540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8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줄
</a:t>
            </a:r>
            <a:endParaRPr lang="en-US" sz="13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나만의 음료를 저장하고,</a:t>
            </a:r>
            <a:endParaRPr lang="en-US" sz="13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다시 담는다 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E8F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프로젝트  |  멋쟁이사자처럼 백엔드 스쿨 26기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FFFDFA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3108960" cy="0"/>
          </a:xfrm>
          <a:prstGeom prst="line">
            <a:avLst/>
          </a:prstGeom>
          <a:noFill/>
          <a:ln w="12700">
            <a:solidFill>
              <a:srgbClr val="7E8F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 / CSS3 (Grid, Flexbox)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변수 기반 디자인 시스템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Vanilla JavaScript (No Framework)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FFFDFA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3108960" cy="0"/>
          </a:xfrm>
          <a:prstGeom prst="line">
            <a:avLst/>
          </a:prstGeom>
          <a:noFill/>
          <a:ln w="12700">
            <a:solidFill>
              <a:srgbClr val="7E8F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7889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기반 클라이언트 저장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· 즐겨찾기 · 레시피 · 주문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 (계정별 데이터 분리)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FFFDFA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/ 협업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66760" y="2560320"/>
            <a:ext cx="3108960" cy="0"/>
          </a:xfrm>
          <a:prstGeom prst="line">
            <a:avLst/>
          </a:prstGeom>
          <a:noFill/>
          <a:ln w="12700">
            <a:solidFill>
              <a:srgbClr val="7E8F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7889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/ GitHub 버전관리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Fonts (Noto Sans/Serif KR)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Pages로 실제 배포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E8F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프로젝트  |  멋쟁이사자처럼 백엔드 스쿨 26기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92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페이지 (부티크 컨셉 리디자인, GitHub Pages 배포)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목록 → 상세 (옵션 커스터마이징 + 담긴 장바구니 미리보기)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363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레시피로 저장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7581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담기 → 주문 완료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3799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(나만의 메뉴: 즐겨찾기 + 레시피)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 → 계정별 데이터 분리 확인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457200" cy="457200"/>
          </a:xfrm>
          <a:prstGeom prst="ellipse">
            <a:avLst/>
          </a:prstGeom>
          <a:solidFill>
            <a:srgbClr val="7E8F6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623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 (로그인 가드)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E8F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TROUBLESHOOTING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문제해결 (트러블슈팅)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프로젝트  |  멋쟁이사자처럼 백엔드 스쿨 26기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5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패널 추가 시 상세 카드가 중앙에서 밀림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패널을 별도 position:absolute(left:100%)로 분리해 카드는 그대로 중앙 정렬 유지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5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배포 후 메뉴 이미지가 전부 깨짐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절대경로(/images/...)가 하위 경로 배포와 안 맞아 발생 → 스크립트 위치 기준 동적 경로로 해결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5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도입 후 장바구니·즐겨찾기가 전체 공용이었음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localStorage 키를 로그인 계정(비로그인 시 guest) 기준으로 분리 저장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5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페이지가 URL만 알면 누구나 접근 가능했음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requireAdmin() 가드 추가, 관리자 권한 없으면 홈으로 리다이렉트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E8F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프로젝트  |  멋쟁이사자처럼 백엔드 스쿨 26기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백엔드 + DB 연동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localStorage 기반 데모 수준(비밀번호 평문 저장) → 서버 인증/암호화 적용 필요</a:t>
            </a:r>
            <a:endParaRPr lang="en-US" sz="16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실시간 주문 상태 알림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카페 서비스 수준으로 주문 후 상태 변화를 사용자에게 알리는 기능 확장</a:t>
            </a:r>
            <a:endParaRPr lang="en-US" sz="16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반응형 UX 다듬기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현재도 대응은 되어 있으나 터치 인터랙션/레이아웃을 더 세밀하게 최적화</a:t>
            </a:r>
            <a:endParaRPr lang="en-US" sz="1600" dirty="0"/>
          </a:p>
          <a:p>
            <a:pPr marL="228600" indent="-228600"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4A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이미지 관리 자동화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7A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수동 점검으로 교체 — 등록 시 품질/적합성 체크 프로세스 도입 검토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2026-07-14T03:25:21Z</dcterms:created>
  <dcterms:modified xsi:type="dcterms:W3CDTF">2026-07-14T03:25:21Z</dcterms:modified>
</cp:coreProperties>
</file>